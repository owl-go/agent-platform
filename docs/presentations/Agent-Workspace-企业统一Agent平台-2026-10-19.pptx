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ced23574d4b51" /><Relationship Type="http://schemas.openxmlformats.org/officeDocument/2006/relationships/extended-properties" Target="/docProps/app.xml" Id="Rc2852d43f14b4a59" /><Relationship Type="http://schemas.openxmlformats.org/officeDocument/2006/relationships/officeDocument" Target="/ppt/presentation.xml" Id="Rb8cd0d8c7488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0592590bd4162"/>
  </p:sldMasterIdLst>
  <p:notesMasterIdLst>
    <p:notesMasterId xmlns:r="http://schemas.openxmlformats.org/officeDocument/2006/relationships" r:id="R9ccae2aa3f60426a"/>
  </p:notesMasterIdLst>
  <p:sldIdLst>
    <p:sldId xmlns:r="http://schemas.openxmlformats.org/officeDocument/2006/relationships" id="256" r:id="R1283a3f824dd47e9"/>
    <p:sldId xmlns:r="http://schemas.openxmlformats.org/officeDocument/2006/relationships" id="257" r:id="R854c3264b0314db3"/>
    <p:sldId xmlns:r="http://schemas.openxmlformats.org/officeDocument/2006/relationships" id="258" r:id="Rb41dc5ef32904f01"/>
    <p:sldId xmlns:r="http://schemas.openxmlformats.org/officeDocument/2006/relationships" id="259" r:id="Rcd741f65ccaa4577"/>
    <p:sldId xmlns:r="http://schemas.openxmlformats.org/officeDocument/2006/relationships" id="260" r:id="R18ac75275e614c21"/>
    <p:sldId xmlns:r="http://schemas.openxmlformats.org/officeDocument/2006/relationships" id="261" r:id="Ra166d2efb9af4d6b"/>
    <p:sldId xmlns:r="http://schemas.openxmlformats.org/officeDocument/2006/relationships" id="262" r:id="R7f6c8c716b644e86"/>
    <p:sldId xmlns:r="http://schemas.openxmlformats.org/officeDocument/2006/relationships" id="263" r:id="R64d07978fbad4043"/>
    <p:sldId xmlns:r="http://schemas.openxmlformats.org/officeDocument/2006/relationships" id="264" r:id="R72f73ccf19aa4a2a"/>
    <p:sldId xmlns:r="http://schemas.openxmlformats.org/officeDocument/2006/relationships" id="265" r:id="R433258d0e18345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605fd1cd2e4542" /><Relationship Type="http://schemas.openxmlformats.org/officeDocument/2006/relationships/slideMaster" Target="/ppt/slideMasters/slideMaster1.xml" Id="Ra2c0592590bd4162" /><Relationship Type="http://schemas.openxmlformats.org/officeDocument/2006/relationships/notesMaster" Target="/ppt/notesMasters/notesMaster1.xml" Id="R9ccae2aa3f60426a" /><Relationship Type="http://schemas.openxmlformats.org/officeDocument/2006/relationships/presProps" Target="/ppt/presProps.xml" Id="R211fc0fd3bb74b94" /><Relationship Type="http://schemas.openxmlformats.org/officeDocument/2006/relationships/tableStyles" Target="/ppt/tableStyles.xml" Id="Rc214ab469bbf4b60" /><Relationship Type="http://schemas.openxmlformats.org/officeDocument/2006/relationships/slide" Target="/ppt/slides/slide1.xml" Id="R1283a3f824dd47e9" /><Relationship Type="http://schemas.openxmlformats.org/officeDocument/2006/relationships/slide" Target="/ppt/slides/slide2.xml" Id="R854c3264b0314db3" /><Relationship Type="http://schemas.openxmlformats.org/officeDocument/2006/relationships/slide" Target="/ppt/slides/slide3.xml" Id="Rb41dc5ef32904f01" /><Relationship Type="http://schemas.openxmlformats.org/officeDocument/2006/relationships/slide" Target="/ppt/slides/slide4.xml" Id="Rcd741f65ccaa4577" /><Relationship Type="http://schemas.openxmlformats.org/officeDocument/2006/relationships/slide" Target="/ppt/slides/slide5.xml" Id="R18ac75275e614c21" /><Relationship Type="http://schemas.openxmlformats.org/officeDocument/2006/relationships/slide" Target="/ppt/slides/slide6.xml" Id="Ra166d2efb9af4d6b" /><Relationship Type="http://schemas.openxmlformats.org/officeDocument/2006/relationships/slide" Target="/ppt/slides/slide7.xml" Id="R7f6c8c716b644e86" /><Relationship Type="http://schemas.openxmlformats.org/officeDocument/2006/relationships/slide" Target="/ppt/slides/slide8.xml" Id="R64d07978fbad4043" /><Relationship Type="http://schemas.openxmlformats.org/officeDocument/2006/relationships/slide" Target="/ppt/slides/slide9.xml" Id="R72f73ccf19aa4a2a" /><Relationship Type="http://schemas.openxmlformats.org/officeDocument/2006/relationships/slide" Target="/ppt/slides/slide10.xml" Id="R433258d0e183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bdaffc1e3c4b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1b6ebea37485b" /><Relationship Type="http://schemas.openxmlformats.org/officeDocument/2006/relationships/notesMaster" Target="/ppt/notesMasters/notesMaster1.xml" Id="Rc92ba3a14f3d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63d5b8dddc47ba" /><Relationship Type="http://schemas.openxmlformats.org/officeDocument/2006/relationships/notesMaster" Target="/ppt/notesMasters/notesMaster1.xml" Id="Ref96f6c3ee044e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51fea92c3428d" /><Relationship Type="http://schemas.openxmlformats.org/officeDocument/2006/relationships/notesMaster" Target="/ppt/notesMasters/notesMaster1.xml" Id="R241d52d33cfa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b3683d77b47ff" /><Relationship Type="http://schemas.openxmlformats.org/officeDocument/2006/relationships/notesMaster" Target="/ppt/notesMasters/notesMaster1.xml" Id="Rbb2ee93f25a5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b0d9fada84a31" /><Relationship Type="http://schemas.openxmlformats.org/officeDocument/2006/relationships/notesMaster" Target="/ppt/notesMasters/notesMaster1.xml" Id="R73aee15f2e2a4d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cb3f0d5964dcc" /><Relationship Type="http://schemas.openxmlformats.org/officeDocument/2006/relationships/notesMaster" Target="/ppt/notesMasters/notesMaster1.xml" Id="Rbbc04061956148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41422864c94e23" /><Relationship Type="http://schemas.openxmlformats.org/officeDocument/2006/relationships/notesMaster" Target="/ppt/notesMasters/notesMaster1.xml" Id="R8ed546e890dd4d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5bf52d84ca4afe" /><Relationship Type="http://schemas.openxmlformats.org/officeDocument/2006/relationships/notesMaster" Target="/ppt/notesMasters/notesMaster1.xml" Id="R913cc450917044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48a46531c942d2" /><Relationship Type="http://schemas.openxmlformats.org/officeDocument/2006/relationships/notesMaster" Target="/ppt/notesMasters/notesMaster1.xml" Id="Rbf57fb3f871f48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5892e70d174b76" /><Relationship Type="http://schemas.openxmlformats.org/officeDocument/2006/relationships/notesMaster" Target="/ppt/notesMasters/notesMaster1.xml" Id="R69dff7629ee7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开场：这套平台解决企业如何统一建设和使用 Agent。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用户确认的分享定位（2026-10-19）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docs/product/agent-workspace-requirements.md §2, §9–11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企业先把环境和工作方式建设好，员工进入同一个平台开展工作。</a:t>
            </a:r>
          </a:p>
          <a:p xmlns:a="http://schemas.openxmlformats.org/drawingml/2006/main">
            <a:r>
              <a:t>统一建设不表示所有内容公开，也不表示强制所有用户使用同一模型；个人内容归属和显式执行配置覆盖继续适用。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Platform Execution Default, Skill, Expert, Connector</a:t>
            </a:r>
          </a:p>
          <a:p xmlns:a="http://schemas.openxmlformats.org/drawingml/2006/main">
            <a:r>
              <a:t>- docs/product/agent-workspace-requirements.md §9–11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演示企业默认配置：先配置模型和运行引擎，员工默认继承。</a:t>
            </a:r>
          </a:p>
          <a:p xmlns:a="http://schemas.openxmlformats.org/drawingml/2006/main">
            <a:r>
              <a:t>用户可以显式选择个人执行配置。引擎实际可用性由部署配置决定；保存默认组合不等于完成真实模型或生产 Conformance 验收。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§10</a:t>
            </a:r>
          </a:p>
          <a:p xmlns:a="http://schemas.openxmlformats.org/drawingml/2006/main">
            <a:r>
              <a:t>- CONTEXT.md — Platform Execution Default, Model Provider Connection, Runtime Engine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统一方式体现在任务要求、执行规则、授权确认和结果留痕。</a:t>
            </a:r>
          </a:p>
          <a:p xmlns:a="http://schemas.openxmlformats.org/drawingml/2006/main">
            <a:r>
              <a:t>Workflow 由所属 User 管理，不在这里新增跨用户共享 Workflow 或任意 DAG 能力。统一工作方法通过平台／部门资源与执行规则承载。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§4–6, §8–9</a:t>
            </a:r>
          </a:p>
          <a:p xmlns:a="http://schemas.openxmlformats.org/drawingml/2006/main">
            <a:r>
              <a:t>- CONTEXT.md — Workflow, Execution Stage Snapshot, User Action Wait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打开技能目录，说明输入、步骤、判断和交付标准怎样沉淀成技能。</a:t>
            </a:r>
          </a:p>
          <a:p xmlns:a="http://schemas.openxmlformats.org/drawingml/2006/main">
            <a:r>
              <a:t>商品研究仅为技能内容示例，不是本次执行结果。共享资源遵循当前平台、部门与个人权限范围。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Skill</a:t>
            </a:r>
          </a:p>
          <a:p xmlns:a="http://schemas.openxmlformats.org/drawingml/2006/main">
            <a:r>
              <a:t>- docs/product/agent-workspace-requirements.md §9.3</a:t>
            </a:r>
          </a:p>
          <a:p xmlns:a="http://schemas.openxmlformats.org/drawingml/2006/main">
            <a:r>
              <a:t>- skills/amazon-product-direction/SKILL.md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打开专家目录：团队复用专业指导和资源绑定，需要分工时使用 Expert Team。</a:t>
            </a:r>
          </a:p>
          <a:p xmlns:a="http://schemas.openxmlformats.org/drawingml/2006/main">
            <a:r>
              <a:t>截图沿用已有本地验收材料，不代表新增生产模型协作质量验收。只有 Administrator 维护 Expert Team；个人／平台／部门资源遵循各自权限边界。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§2, §9.1–9.2</a:t>
            </a:r>
          </a:p>
          <a:p xmlns:a="http://schemas.openxmlformats.org/drawingml/2006/main">
            <a:r>
              <a:t>- CONTEXT.md — Expert, Expert Team, Department Resource</a:t>
            </a:r>
          </a:p>
          <a:p xmlns:a="http://schemas.openxmlformats.org/drawingml/2006/main">
            <a:r>
              <a:t>- docs/evidence/agent-workspace/2026-10-10-expert-refactor-local-acceptance.md</a:t>
            </a:r>
          </a:p>
          <a:p xmlns:a="http://schemas.openxmlformats.org/drawingml/2006/main">
            <a:r>
              <a:t>- output/playwright/experts-desktop.png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连接器负责接入工具和系统，资源定义可以复用，外部账号授权仍属于执行者。</a:t>
            </a:r>
          </a:p>
          <a:p xmlns:a="http://schemas.openxmlformats.org/drawingml/2006/main">
            <a:r>
              <a:t>共享连接器定义不等于共享登录凭据或扩大外部权限。CLI Connector 的平台维护与个人启用分开；高风险命令逐次审批。本地 runc 模式不支持受管 CLI Connector。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§9.3–9.5</a:t>
            </a:r>
          </a:p>
          <a:p xmlns:a="http://schemas.openxmlformats.org/drawingml/2006/main">
            <a:r>
              <a:t>- CONTEXT.md — MCP Connector, Third-party CLI Connector, Connector Authorization</a:t>
            </a:r>
          </a:p>
          <a:p xmlns:a="http://schemas.openxmlformats.org/drawingml/2006/main">
            <a:r>
              <a:t>- connectors/README.md</a:t>
            </a:r>
          </a:p>
          <a:p xmlns:a="http://schemas.openxmlformats.org/drawingml/2006/main">
            <a:r>
              <a:t>- docs/evidence/agent-workspace/2026-10-06-online-resource-sync.md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消息渠道把 Agent 带到日常聊天入口：收到问题、执行工作流、回复原聊天。</a:t>
            </a:r>
          </a:p>
          <a:p xmlns:a="http://schemas.openxmlformats.org/drawingml/2006/main">
            <a:r>
              <a:t>当前代码包含 13 个文本收发 Adapter，不表示所有渠道都完成真实账号、客户端或生产闭环验收。渠道与 Connector 授权相互独立；群聊通常还要求允许的发送者和提及机器人。本地 runc 模式不支持消息渠道。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docs/technical/workflow-message-channels.md §1–3, §6 及日期化发布证据</a:t>
            </a:r>
          </a:p>
          <a:p xmlns:a="http://schemas.openxmlformats.org/drawingml/2006/main">
            <a:r>
              <a:t>- CONTEXT.md — Workflow Message Channel, Audience, Conversation, Delivery</a:t>
            </a:r>
          </a:p>
          <a:p xmlns:a="http://schemas.openxmlformats.org/drawingml/2006/main">
            <a:r>
              <a:t>- docs/product/agent-workspace-requirements.md §5.7</a:t>
            </a:r>
          </a:p>
          <a:p xmlns:a="http://schemas.openxmlformats.org/drawingml/2006/main">
            <a:r>
              <a:t>- docs/evidence/agent-workspace/2026-10-18-local-runc-execution.md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企业有统一治理能力，个人内容、外部授权和共享资源仍有明确边界。</a:t>
            </a:r>
          </a:p>
          <a:p xmlns:a="http://schemas.openxmlformats.org/drawingml/2006/main">
            <a:r>
              <a:t>管理员治理权限不授予读取他人个人会话、文件、私有知识库、提示词或执行级消费记录的权限；不将统一管理表述为统一查看私人内容。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§2, §2.1, §11</a:t>
            </a:r>
          </a:p>
          <a:p xmlns:a="http://schemas.openxmlformats.org/drawingml/2006/main">
            <a:r>
              <a:t>- CONTEXT.md — Administrator, Governance Audit Event, Credit, Execution Stage 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口播可以在这里停下来，按这五项做现场操作。</a:t>
            </a:r>
          </a:p>
          <a:p xmlns:a="http://schemas.openxmlformats.org/drawingml/2006/main">
            <a:r>
              <a:t>展示接入配置不等于真实消息收发已验收。当前本机 runc 演示环境可展示基础使用；受管 CLI Connector 和消息渠道的真实运行需在已启用的合适部署环境单独演示。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用户确认的分享重点（2026-10-19）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docs/product/agent-workspace-requirements.md §9–11</a:t>
            </a:r>
          </a:p>
          <a:p xmlns:a="http://schemas.openxmlformats.org/drawingml/2006/main">
            <a:r>
              <a:t>- docs/technical/workflow-message-channels.md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fc4c162e340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ab3e4e40640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2454101384f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6e6b40b714b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d9e4d06ff4e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b8052f9894e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D58AE-041A-49FA-94B1-E097EFC6B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C4D99-0626-42AF-9829-F609BBA036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EBB73F-3CC8-4B98-AA3E-29A7429FD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9BD77-96D3-418C-AE21-0D5CD5F2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0FB938-4753-4F1D-8C1A-FEC6F8934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392CA0-3C07-498B-9173-1AD717FA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7160EA-B0C0-46EA-AC5F-C015DB4F4D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746619-9329-4CBC-80CE-B8DA891041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C15DDB-7076-4DCA-9A4A-E2EF93419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7E603-98EB-4538-A82F-9243A710B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a5ff33d924aa3" /><Relationship Type="http://schemas.openxmlformats.org/officeDocument/2006/relationships/slideLayout" Target="/ppt/slideLayouts/slideLayout1.xml" Id="R3786657853494be4" /><Relationship Type="http://schemas.openxmlformats.org/officeDocument/2006/relationships/slideLayout" Target="/ppt/slideLayouts/slideLayout2.xml" Id="Re4dbc252d5704367" /><Relationship Type="http://schemas.openxmlformats.org/officeDocument/2006/relationships/slideLayout" Target="/ppt/slideLayouts/slideLayout3.xml" Id="Ra8e497875e314a67" /><Relationship Type="http://schemas.openxmlformats.org/officeDocument/2006/relationships/slideLayout" Target="/ppt/slideLayouts/slideLayout4.xml" Id="R39a4df1fa07646c0" /><Relationship Type="http://schemas.openxmlformats.org/officeDocument/2006/relationships/slideLayout" Target="/ppt/slideLayouts/slideLayout5.xml" Id="R7ed165acbfe3412c" /><Relationship Type="http://schemas.openxmlformats.org/officeDocument/2006/relationships/slideLayout" Target="/ppt/slideLayouts/slideLayout6.xml" Id="R9ed77cfdd4e7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6657853494be4"/>
    <p:sldLayoutId xmlns:r="http://schemas.openxmlformats.org/officeDocument/2006/relationships" id="2147483650" r:id="Re4dbc252d5704367"/>
    <p:sldLayoutId xmlns:r="http://schemas.openxmlformats.org/officeDocument/2006/relationships" id="2147483651" r:id="Ra8e497875e314a67"/>
    <p:sldLayoutId xmlns:r="http://schemas.openxmlformats.org/officeDocument/2006/relationships" id="2147483652" r:id="R39a4df1fa07646c0"/>
    <p:sldLayoutId xmlns:r="http://schemas.openxmlformats.org/officeDocument/2006/relationships" id="2147483653" r:id="R7ed165acbfe3412c"/>
    <p:sldLayoutId xmlns:r="http://schemas.openxmlformats.org/officeDocument/2006/relationships" id="2147483654" r:id="R9ed77cfdd4e7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bfb43679e467d" /><Relationship Type="http://schemas.openxmlformats.org/officeDocument/2006/relationships/notesSlide" Target="/ppt/notesSlides/notesSlide1.xml" Id="Rc0f8325f232d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f4de153b84492" /><Relationship Type="http://schemas.openxmlformats.org/officeDocument/2006/relationships/notesSlide" Target="/ppt/notesSlides/notesSlide2.xml" Id="R49a1ab1ecffb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914da9b3044e1" /><Relationship Type="http://schemas.openxmlformats.org/officeDocument/2006/relationships/notesSlide" Target="/ppt/notesSlides/notesSlide3.xml" Id="R0e042f8663e3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2a5dc898f4e26" /><Relationship Type="http://schemas.openxmlformats.org/officeDocument/2006/relationships/notesSlide" Target="/ppt/notesSlides/notesSlide4.xml" Id="R03fe13d0d32b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3c4b735544408" /><Relationship Type="http://schemas.openxmlformats.org/officeDocument/2006/relationships/notesSlide" Target="/ppt/notesSlides/notesSlide5.xml" Id="R0985f24ef472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b2d8f9ab7487b" /><Relationship Type="http://schemas.openxmlformats.org/officeDocument/2006/relationships/image" Target="/ppt/media/image.png" Id="R33d0e0ed402e4014" /><Relationship Type="http://schemas.openxmlformats.org/officeDocument/2006/relationships/notesSlide" Target="/ppt/notesSlides/notesSlide6.xml" Id="Ra6b5f3a8c86f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d5bf9839c48c3" /><Relationship Type="http://schemas.openxmlformats.org/officeDocument/2006/relationships/notesSlide" Target="/ppt/notesSlides/notesSlide7.xml" Id="R601c92fbfe8841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45785daeb430f" /><Relationship Type="http://schemas.openxmlformats.org/officeDocument/2006/relationships/notesSlide" Target="/ppt/notesSlides/notesSlide8.xml" Id="Ra1851473bb2e4c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fb67b85414b3e" /><Relationship Type="http://schemas.openxmlformats.org/officeDocument/2006/relationships/notesSlide" Target="/ppt/notesSlides/notesSlide9.xml" Id="R920c0b9659b14d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6a5bb8d87428c" /><Relationship Type="http://schemas.openxmlformats.org/officeDocument/2006/relationships/notesSlide" Target="/ppt/notesSlides/notesSlide10.xml" Id="Rc0e7586f8c2f4c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98D23-5924-442A-9764-8C5E7A7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9150"/>
            <a:ext cx="3619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pPr>
            <a:r>
              <a: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rPr>
              <a:t>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20E21-33B8-49B2-8DA8-6302E11F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3D8CC-7B2A-4596-838D-2E6004F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BB691-A08A-45B9-A362-A249108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9E3F6"/>
                </a:solidFill>
                <a:latin typeface="PingFang SC"/>
                <a:ea typeface="PingFang SC"/>
                <a:cs typeface="PingFang SC"/>
              </a:rPr>
              <a:t>企业统一的 Agent 运行环境与工作方式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957E8-7B58-4FC5-B55E-D06A460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AFC0DE"/>
                </a:solidFill>
                <a:latin typeface="PingFang SC"/>
                <a:ea typeface="PingFang SC"/>
                <a:cs typeface="PingFang SC"/>
              </a:rPr>
              <a:t>统一配置环境，沉淀业务能力，连接系统与消息渠道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5FDF-7136-48B4-8D2F-92F6005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rPr>
              <a:t>产品分享 · 2026.10</a:t>
            </a:r>
          </a:p>
        </p:txBody>
      </p:sp>
    </p:spTree>
    <p:extLst>
      <p:ext uri="{BB962C8B-B14F-4D97-AF65-F5344CB8AC3E}">
        <p14:creationId xmlns:p14="http://schemas.microsoft.com/office/powerpoint/2010/main" val="176162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0DEB-5718-43A2-AA61-238FD20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企业需要共同的 Agent 工作基础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1DFAD-FF1D-48CE-B6A2-CE8A737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472BA-36D3-4329-B1F6-9262EE2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9C797-F9D6-4653-9380-2D69668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企业统一建设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45198-D7B6-499F-82AA-9A8596B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员工在同一平台开展工作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EF6DC-F844-4729-8BBB-82D2F00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4DDD5-F809-4D41-B9B8-31A87A71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环境与模型统一配置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83491-B164-461F-9B4D-5BF7872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运行引擎、供应商连接和企业默认由平台集中管理。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CDF64-BD0C-43BA-B2C9-2670E0A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2CF6C-8836-44A7-81AD-3B015DD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00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流程与使用方式统一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E6DD5-1C90-40E4-83F9-520E3D62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把操作步骤、判断规则和交付标准落实到日常任务中。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6BAFB2-18F5-44E9-BC7A-89BB8B5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9F7A2-929F-4AF9-A24D-43B9EAE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业务能力持续沉淀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41546-37DF-418D-81D1-B88F4F7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团队积累技能和专家，通过连接器与消息渠道接入业务。</a:t>
            </a:r>
          </a:p>
        </p:txBody>
      </p:sp>
    </p:spTree>
    <p:extLst>
      <p:ext uri="{BB962C8B-B14F-4D97-AF65-F5344CB8AC3E}">
        <p14:creationId xmlns:p14="http://schemas.microsoft.com/office/powerpoint/2010/main" val="10945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1FA3-08F2-470F-A118-A7E1EC2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统一的 Agent 运行环境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29AD9-C25C-4FB7-AE5B-F14808D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FAF80-51A3-4669-B689-0F3DE61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4EAE7-47ED-43BD-9E1A-4BDCB7A8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管理员集中配置，员工默认继承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AD7522-EF88-4F74-B105-5F82B6DF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模型接入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23F24-3EC3-494D-9FD7-8D043BC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集中维护供应商连接、可用模型和调用凭据。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37003-0E20-4940-9DA8-BC64266A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运行引擎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1C535-74D6-4967-BA35-BEB5DA0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统一承载 Agent 引擎及部署环境。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F4578-DDD8-44CE-8A65-6B5268D0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企业默认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F8560-BE2E-4428-9AE9-0BEADC35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设置默认引擎与模型，新用户进入即可继承。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2FEA4-1042-409B-BE03-A01B6F7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00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AC6D06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5C6CCE-8341-429E-B633-C755C8A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统一管理隔离环境、临时凭据和执行记录。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37F5B-63DB-41A4-9A5B-BBFAD83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运行引擎包括 Claude Code、Codex、Hermes、OpenClaw 和 PI Agent</a:t>
            </a:r>
          </a:p>
        </p:txBody>
      </p:sp>
    </p:spTree>
    <p:extLst>
      <p:ext uri="{BB962C8B-B14F-4D97-AF65-F5344CB8AC3E}">
        <p14:creationId xmlns:p14="http://schemas.microsoft.com/office/powerpoint/2010/main" val="1965548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C616-E473-4B9E-A1C2-26581538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统一流程和使用方式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11CC2-A251-440B-8AC3-EB11865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FDDF0-63EA-4644-B075-FEF6BD3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704E90-067C-4DBA-A2D4-5C4456F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把做事的方法落到执行过程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FC418-76FD-458E-81FC-322B081A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4A87FB-EEAF-4706-BE1A-C14F2C9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任务要求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7ED383-A5D4-42B1-A7F6-F4FEE156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明确输入、目标和交付标准。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77FA91-1CA5-40F7-B2C8-FD81468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AD539-62AD-4718-8DBB-4CDE57A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执行方法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C58F71-DDD2-4227-B0C4-4DE33A7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按选定的专家指导和技能规则开展工作。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27A747-A4A0-4C92-9153-0CBBA41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915D78-7CB1-4A8A-AF9E-48737D58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授权与确认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0DB1CD-E28D-40A2-8390-37995E26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连接外部资源时使用自己的授权，高风险操作单独确认。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E4C0C2-37A5-44E9-84DE-EDDB3EE3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3BB9E5-6158-4DC6-ABB2-01C4CDCF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结果与留痕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AA232-7FFE-4B8D-ABC6-980CD64F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查看执行活动、交付文件和历史记录。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4DC3CD-2EAA-467C-B3FB-C59598E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会话用于处理当前任务，Workflow 承载固定目标与可重复执行的配置。</a:t>
            </a:r>
          </a:p>
        </p:txBody>
      </p:sp>
    </p:spTree>
    <p:extLst>
      <p:ext uri="{BB962C8B-B14F-4D97-AF65-F5344CB8AC3E}">
        <p14:creationId xmlns:p14="http://schemas.microsoft.com/office/powerpoint/2010/main" val="1386490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BE487-4E6E-4D0A-9AE1-6104D2F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技能沉淀：把业务方法写进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9052A-0B56-438E-B9A7-4B0CEE8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2594F-6292-4EFC-9ED3-F1B4DE0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DB15B-8551-4421-913E-47941087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让业务经验成为可维护的执行规则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B1C1B-CE4C-427D-9E8C-9139472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输入要求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BD529-5EE6-4DB1-B15D-2813977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03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开始前需要哪些资料与条件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640CE-6AE1-4A58-B72E-B08CC2B9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操作步骤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00F45-2D5E-4FCD-84B4-D672F89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385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按什么顺序完成任务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A1B7D-BF11-491A-9222-B34A35D2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判断规则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4D0FB-C405-4D2C-8A31-C967C3A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767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什么情况下继续、追问或停止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17B25-E580-4FB4-8AE2-E9D02D5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交付标准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8C279-6B82-4A32-A97A-DBFD377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149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用什么格式提交结果与证据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5C09A-3242-4F00-9634-162714DB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622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技能内容示例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84E2B-585A-47BA-B2B1-A5D0832C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商品研究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150E3-F03C-4609-A9E3-DD6FEC6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810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先补齐成本与约束条件</a:t>
            </a:r>
          </a:p>
          <a:p xmlns:a="http://schemas.openxmlformats.org/drawingml/2006/main">
            <a: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再调查需求、竞争与差评</a:t>
            </a:r>
          </a:p>
          <a:p xmlns:a="http://schemas.openxmlformats.org/drawingml/2006/main">
            <a:pPr>
              <a:def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最后提交来源和判断依据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275C0-CD18-4ED3-A299-46A61B03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Skill 可从 Git 或 ZIP 安装，并以冻结修订参与执行。</a:t>
            </a:r>
          </a:p>
        </p:txBody>
      </p:sp>
    </p:spTree>
    <p:extLst>
      <p:ext uri="{BB962C8B-B14F-4D97-AF65-F5344CB8AC3E}">
        <p14:creationId xmlns:p14="http://schemas.microsoft.com/office/powerpoint/2010/main" val="33254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BE18B-46BC-4BFD-ADDB-7C3AEFE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专家复用：让岗位经验被团队使用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FC70F-18C8-4039-9439-DD86372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48674-58E9-44EE-BB7E-FD5B667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B3309-3AFB-435B-8188-11F6415D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Expert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994F4-E9EB-4EEC-B9E9-F1E13DFA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保存专业指导、工作方法</a:t>
            </a:r>
          </a:p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和输出要求，按需绑定资源。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CC9CE-0C6E-418E-A453-F44FEB0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Expert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B448D-AD25-42C2-9532-070DCD6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由领队协调成员分工，</a:t>
            </a:r>
          </a:p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汇总形成正式结果。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F47DE-1565-43E1-8C4B-C1F6289E39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0e0ed402e4014"/>
          <a:srcRect xmlns:a="http://schemas.openxmlformats.org/drawingml/2006/main" l="18333" t="12400" r="1111" b="24600"/>
          <a:stretch xmlns:a="http://schemas.openxmlformats.org/drawingml/2006/main"/>
        </p:blipFill>
        <p:spPr>
          <a:xfrm xmlns:a="http://schemas.openxmlformats.org/drawingml/2006/main">
            <a:off x="4733925" y="1800225"/>
            <a:ext cx="6772275" cy="37052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E2632-F106-497D-8B55-58B35EE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72125"/>
            <a:ext cx="426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平台专家目录 · 本地验收截图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42EBA-3814-4DBE-AB68-E354DA16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平台或部门资源按权限共享，员工的个人会话仍然私有。</a:t>
            </a:r>
          </a:p>
        </p:txBody>
      </p:sp>
    </p:spTree>
    <p:extLst>
      <p:ext uri="{BB962C8B-B14F-4D97-AF65-F5344CB8AC3E}">
        <p14:creationId xmlns:p14="http://schemas.microsoft.com/office/powerpoint/2010/main" val="361985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F874D-26A5-47AB-9FC5-7D98EBE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连接器复用：把 Agent 接入业务系统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3EA08-9FD8-41BC-BB65-8FF3AF3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68747-38BA-4574-A318-61FDF12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1F60B-F330-4E10-9706-A6139C46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企业维护接入定义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5A1A9-966E-4360-AF0D-146918F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平台统一维护可用连接器，</a:t>
            </a:r>
          </a:p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把工具能力接入同一执行环境。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DE53A-2617-4743-92BB-90F7D612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员工完成自己的授权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3B6A8-1992-4BC6-9275-CA0C3C5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选择需要的连接器，</a:t>
            </a:r>
          </a:p>
          <a:p xmlns:a="http://schemas.openxmlformats.org/drawingml/2006/main">
            <a:pPr>
              <a:def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用自己的身份访问获准的资源。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DB2B0-CAEB-408D-AF66-98A751A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文档与知识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CEE6C-F0DB-492D-BE92-D3FD3E2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71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消息与协作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B225B-0F7A-49EC-BDC3-DA90451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业务数据与服务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AB54A-FFF9-403B-8A0A-F6EBAF4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统一工具入口，保留每个使用者的身份、权限和审批边界。</a:t>
            </a:r>
          </a:p>
        </p:txBody>
      </p:sp>
    </p:spTree>
    <p:extLst>
      <p:ext uri="{BB962C8B-B14F-4D97-AF65-F5344CB8AC3E}">
        <p14:creationId xmlns:p14="http://schemas.microsoft.com/office/powerpoint/2010/main" val="1620318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13E51-F6B7-4C4D-B097-6C49499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消息渠道打通：在日常聊天中使用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D771C-F26F-4B1C-8142-3B824EE3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77048-4EF5-4975-99F7-2161A08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5B145-8D73-4040-BD7F-F0E880A3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消息发起任务，结果回到原聊天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11471-C4BE-45F8-A4EB-1E6A5648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飞书、钉钉、企业微信、微信等渠道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E97E4-2AD0-4964-AC7A-BD9E5C4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70BCD-F69C-491B-9038-37E19629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收到消息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702C3-6F32-43CA-8B26-E03E7A88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238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用户在允许的聊天范围发起任务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EE126-31F2-408F-B0AF-E16A791C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95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CB3FA-1A02-42C5-9884-A0CD7CB5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57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校验受众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0F0D0-44D3-4A22-A771-AAAFD874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238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按账号、发送者与群聊范围准入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0C20F-D245-43D1-A292-C12D34BA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1FD01F-1120-4AD9-8324-9DAC046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执行任务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8E40B1-DEB6-4C41-9B5D-F2305637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238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沿用 Workflow 的目标和资源配置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D54F2-5505-4BC0-BADF-84F8607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A37B02-FD21-47EC-9F8A-D482DB6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57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返回结果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816ADE-019D-4738-8E62-241CBF44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2238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回复原聊天，支持继续追问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CE25CA-ED6B-4699-B61A-5FB96895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连接器提供工具能力；消息渠道提供提问与回复入口。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EC69A6-7215-4C57-8852-74426818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817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具体渠道需完成账号接入与真实收发验证，按部署环境启用。</a:t>
            </a:r>
          </a:p>
        </p:txBody>
      </p:sp>
    </p:spTree>
    <p:extLst>
      <p:ext uri="{BB962C8B-B14F-4D97-AF65-F5344CB8AC3E}">
        <p14:creationId xmlns:p14="http://schemas.microsoft.com/office/powerpoint/2010/main" val="1362524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A5FF9-2C16-444E-A912-D5F27C93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统一管理，保留明确的权限边界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E81E4-A0D2-4287-9F5C-817CE93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91E16-5336-49DB-8B82-76600D7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E86E2-7F8C-4CC9-9478-A8C4D4B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9B04A-1FCD-439B-92D6-82BBDB13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账号与资源范围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232D2-5A2F-4951-B9F7-88AC116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192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管理员管理账号与共享资源，部门成员按当前身份关系访问。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43E95-827F-44AF-BB7B-FA2C84A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425F2-71DE-4CED-9869-FE85D42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个人内容归属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E3C77-7AB7-4144-B2CD-83191F5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个人会话、文件和私有资源按所属 User 隔离。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CBBC2-5054-45FE-B661-67EA69B4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CBC13-5FA8-49A8-BD5E-D0D69CE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用量与预算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0E315-C35A-45C0-A5BB-C13B42D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集中管理 Credits 和适用的部门预算，员工查看自己的消耗。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026EAD-AF23-494C-8A0C-8780D1FB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C6D0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7A35C-3F42-49C5-8F74-F5C70454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执行与授权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C95D16-F6E7-4F9C-A4D1-D28858D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保留执行快照、操作确认和运行记录，敏感凭据按规则脱敏。</a:t>
            </a:r>
          </a:p>
        </p:txBody>
      </p:sp>
    </p:spTree>
    <p:extLst>
      <p:ext uri="{BB962C8B-B14F-4D97-AF65-F5344CB8AC3E}">
        <p14:creationId xmlns:p14="http://schemas.microsoft.com/office/powerpoint/2010/main" val="2097626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413B9-DA58-42A4-AC6F-F7CD461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现场演示：企业如何建设和使用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368D1-6233-45B7-9332-A7F67355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5D2D7-D6AE-4E0D-96AD-7E19FACB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383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配置企业运行环境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578E9-2732-479D-818A-373ADDDA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管理员设置模型连接、运行引擎与企业默认。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A42C-9217-4E3D-BDE4-F9C54DF8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DAD13-A226-420C-9D1B-42F9CF7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展示统一的使用方式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B28D8-F881-4A6F-AAC7-8DF7C739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在会话或 Workflow 中选择任务方法和交付要求。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2444D-2032-4672-A458-26056C3F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5C6BF-A807-46DA-B1A0-E6BBA8E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147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沉淀业务能力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F05EA-CE63-4245-B0B6-7A63CEE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展示 Skill、Expert 以及 Expert Team 的复用。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749E-691C-4A15-A67E-B31240D0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AC6D0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F86CD-49D8-4D38-BB1C-DDC6C745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529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连接业务系统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2D039-58F8-40D5-82F3-A84EA86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选择连接器，说明个人授权与操作确认。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D0342-DB87-477D-900B-7D43BCB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6A58A-506B-43E8-9AC0-222EE787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接入消息渠道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FE482-F9C9-472C-875E-8D1B65D6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29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展示渠道配置、允许的受众和收发验证流程。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F1846-200D-4640-8BED-5C64B0C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让企业拥有共同的 Agent 环境、工作方式与业务能力。</a:t>
            </a:r>
          </a:p>
        </p:txBody>
      </p:sp>
    </p:spTree>
    <p:extLst>
      <p:ext uri="{BB962C8B-B14F-4D97-AF65-F5344CB8AC3E}">
        <p14:creationId xmlns:p14="http://schemas.microsoft.com/office/powerpoint/2010/main" val="297011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2026-10-19T10:57:08.3560000Z</dcterms:created>
  <dcterms:modified xsi:type="dcterms:W3CDTF">2026-10-19T10:57:08.3560000Z</dcterms:modified>
</coreProperties>
</file>